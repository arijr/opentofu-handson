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de condução dos exercícios. Os labs 01–04 acontecem depois dos 30 minutos de apresentação, totalizando 2 horas hoje. Labs 05–09 ocupam as 2h30 de amanhã. State e buckets do primeiro dia devem ser preservados para o data source do Lab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Hoje, após os 30 minutos de apresentação, conduza exatamente os labs 01–04 em 2 horas. Amanhã conduza labs 05–09 em 2h30. Exercícios opcionais devem substituir, não acrescentar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Comandos mostrados para Bash/macOS/Linux. Em PowerShell, use .\scripts\check-prerequisites.ps1. AWS CLI é opcional. Não trate resposta HTTP da raiz como health check oficial; use docker compose ps e aguarde healthy. Se houver problema, projete os logs e deixe participantes acompanharem em duplas.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Comandos mostrados para Bash/macOS/Linux. Em PowerShell, use .\scripts\check-prerequisites.ps1. AWS CLI é opcional. Não trate resposta HTTP da raiz como health check oficial; use docker compose ps e aguarde healthy. Se houver problema, projete os logs e deixe participantes acompanharem em duplas.</a:t>
            </a:r>
          </a:p>
          <a:p/>
          <a:p>
            <a:r>
              <a:t>Comandos para projetar:</a:t>
            </a:r>
          </a:p>
          <a:p>
            <a:r>
              <a:t>./scripts/check-prerequisites.sh</a:t>
            </a:r>
          </a:p>
          <a:p>
            <a:r>
              <a:t>docker compose up -d</a:t>
            </a:r>
          </a:p>
          <a:p>
            <a:r>
              <a:t>docker compose ps</a:t>
            </a:r>
          </a:p>
          <a:p>
            <a:r>
              <a:t>docker compose logs --tail=30 floci</a:t>
            </a:r>
          </a:p>
          <a:p>
            <a:r>
              <a:t>tofu -chdir=infra init</a:t>
            </a:r>
          </a:p>
          <a:p>
            <a:r>
              <a:t>tofu -chdir=infra fmt</a:t>
            </a:r>
          </a:p>
          <a:p>
            <a:r>
              <a:t>tofu -chdir=infra validate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confirmação visual do plano antes de apply e destroy. Cada operação deve listar somente o bucket temporário do exercício. Responda yes apenas depois de os alunos identificarem que o endpoint é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confirmação visual do plano antes de apply e destroy. Cada operação deve listar somente o bucket temporário do exercício. Responda yes apenas depois de os alunos identificarem que o endpoint é local.</a:t>
            </a:r>
          </a:p>
          <a:p/>
          <a:p>
            <a:r>
              <a:t>Comandos para projetar:</a:t>
            </a:r>
          </a:p>
          <a:p>
            <a:r>
              <a:t>tofu -chdir=infra fmt</a:t>
            </a:r>
          </a:p>
          <a:p>
            <a:r>
              <a:t>tofu -chdir=infra validate</a:t>
            </a:r>
          </a:p>
          <a:p>
            <a:r>
              <a:t>tofu -chdir=infra plan \</a:t>
            </a:r>
          </a:p>
          <a:p>
            <a:r>
              <a:t>  -var='buckets={primeiro={purpose="primeiro recurso"}}'</a:t>
            </a:r>
          </a:p>
          <a:p>
            <a:r>
              <a:t>tofu -chdir=infra apply \</a:t>
            </a:r>
          </a:p>
          <a:p>
            <a:r>
              <a:t>  -var='buckets={primeiro={purpose="primeiro recurso"}}'</a:t>
            </a:r>
          </a:p>
          <a:p>
            <a:r>
              <a:t>tofu -chdir=infra output</a:t>
            </a:r>
          </a:p>
          <a:p>
            <a:r>
              <a:t>tofu -chdir=infra state list</a:t>
            </a:r>
          </a:p>
          <a:p>
            <a:r>
              <a:t>tofu -chdir=infra destroy \</a:t>
            </a:r>
          </a:p>
          <a:p>
            <a:r>
              <a:t>  -var='buckets={primeiro={purpose="primeiro recurso"}}'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PowerShell para copiar: Copy-Item infra/terraform.tfvars.example infra/terraform.tfvars. Se o participante personalizar prefixo, anote-o. Não execute destroy no fim deste lab: o Lab 07 amanhã precisa do bucket artifacts. O tfvars local está ignorado pelo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PowerShell para copiar: Copy-Item infra/terraform.tfvars.example infra/terraform.tfvars. Se o participante personalizar prefixo, anote-o. Não execute destroy no fim deste lab: o Lab 07 amanhã precisa do bucket artifacts. O tfvars local está ignorado pelo Git.</a:t>
            </a:r>
          </a:p>
          <a:p/>
          <a:p>
            <a:r>
              <a:t>Comandos para projetar:</a:t>
            </a:r>
          </a:p>
          <a:p>
            <a:r>
              <a:t>cp infra/terraform.tfvars.example infra/terraform.tfvars</a:t>
            </a:r>
          </a:p>
          <a:p>
            <a:r>
              <a:t># Revise project_prefix, environment e as chaves artifacts/logs</a:t>
            </a:r>
          </a:p>
          <a:p>
            <a:r>
              <a:t>tofu -chdir=infra fmt</a:t>
            </a:r>
          </a:p>
          <a:p>
            <a:r>
              <a:t>tofu -chdir=infra validate</a:t>
            </a:r>
          </a:p>
          <a:p>
            <a:r>
              <a:t>tofu -chdir=infra plan</a:t>
            </a:r>
          </a:p>
          <a:p>
            <a:r>
              <a:t>tofu -chdir=infra apply</a:t>
            </a:r>
          </a:p>
          <a:p>
            <a:r>
              <a:t>tofu -chdir=infra output bucket_names</a:t>
            </a:r>
          </a:p>
          <a:p>
            <a:r>
              <a:t>tofu -chdir=infra output bucket_arns</a:t>
            </a:r>
          </a:p>
          <a:p>
            <a:r>
              <a:t>tofu -chdir=infra state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aplicar o plan com environment=qa: os nomes induzem substituição. O último plan deve voltar ao estado desejado dev e ser no-op. O state local é por pasta e não é um mecanismo de colaboração. Se houver tempo, apresente o lock demo opcional no projetor; a versão completa está em labs/04-state-lifecycle/lock-demo/README.md. Não é obrigatório inicializar o backend remoto durante esta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aplicar o plan com environment=qa: os nomes induzem substituição. O último plan deve voltar ao estado desejado dev e ser no-op. O state local é por pasta e não é um mecanismo de colaboração. Se houver tempo, apresente o lock demo opcional no projetor; a versão completa está em labs/04-state-lifecycle/lock-demo/README.md. Não é obrigatório inicializar o backend remoto durante esta aula.</a:t>
            </a:r>
          </a:p>
          <a:p/>
          <a:p>
            <a:r>
              <a:t>Comandos para projetar:</a:t>
            </a:r>
          </a:p>
          <a:p>
            <a:r>
              <a:t>tofu -chdir=infra state list</a:t>
            </a:r>
          </a:p>
          <a:p>
            <a:r>
              <a:t>tofu -chdir=infra state show \</a:t>
            </a:r>
          </a:p>
          <a:p>
            <a:r>
              <a:t>  'module.s3_bucket["artifacts"].aws_s3_bucket.this'</a:t>
            </a:r>
          </a:p>
          <a:p>
            <a:r>
              <a:t>tofu -chdir=infra show</a:t>
            </a:r>
          </a:p>
          <a:p>
            <a:r>
              <a:t>tofu -chdir=infra plan</a:t>
            </a:r>
          </a:p>
          <a:p>
            <a:r>
              <a:t>tofu -chdir=infra plan -refresh-only</a:t>
            </a:r>
          </a:p>
          <a:p>
            <a:r>
              <a:t>tofu -chdir=infra plan -var='environment=qa'</a:t>
            </a:r>
          </a:p>
          <a:p>
            <a:r>
              <a:t>tofu -chdir=infra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Dia 2: confirmar que é a mesma pasta e Floci volume. Se a infra não aparece no state, não aplicar às cegas; verificar diretório/state primeiro. Abra main.tf, modules/s3-bucket/variables.tf, main.tf, outputs.tf e root outputs.tf. O plan deve ser no-op.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Dia 2: confirmar que é a mesma pasta e Floci volume. Se a infra não aparece no state, não aplicar às cegas; verificar diretório/state primeiro. Abra main.tf, modules/s3-bucket/variables.tf, main.tf, outputs.tf e root outputs.tf. O plan deve ser no-op.</a:t>
            </a:r>
          </a:p>
          <a:p/>
          <a:p>
            <a:r>
              <a:t>Comandos para projetar:</a:t>
            </a:r>
          </a:p>
          <a:p>
            <a:r>
              <a:t>docker compose up -d</a:t>
            </a:r>
          </a:p>
          <a:p>
            <a:r>
              <a:t>tofu -chdir=infra init</a:t>
            </a:r>
          </a:p>
          <a:p>
            <a:r>
              <a:t>tofu -chdir=infra state list</a:t>
            </a:r>
          </a:p>
          <a:p>
            <a:r>
              <a:t>tofu -chdir=infra output bucket_names</a:t>
            </a:r>
          </a:p>
          <a:p>
            <a:r>
              <a:t>tofu -chdir=infra validate</a:t>
            </a:r>
          </a:p>
          <a:p>
            <a:r>
              <a:t>tofu -chdir=infra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suporta no máximo quatro chaves. Garanta que a linha reports fica dentro do bloco buckets, com vírgula/sintaxe HCL válida. Após a validação negativa, retorne ao tfvars válido e não deixe a entrada inválida persistida. A validação negativa não cria recursos.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suporta no máximo quatro chaves. Garanta que a linha reports fica dentro do bloco buckets, com vírgula/sintaxe HCL válida. Após a validação negativa, retorne ao tfvars válido e não deixe a entrada inválida persistida. A validação negativa não cria recursos.</a:t>
            </a:r>
          </a:p>
          <a:p/>
          <a:p>
            <a:r>
              <a:t>Comandos para projetar:</a:t>
            </a:r>
          </a:p>
          <a:p>
            <a:r>
              <a:t># Em infra/terraform.tfvars, acrescente dentro de buckets:</a:t>
            </a:r>
          </a:p>
          <a:p>
            <a:r>
              <a:t>reports = { purpose = "relatorios do laboratorio" }</a:t>
            </a:r>
          </a:p>
          <a:p>
            <a:r>
              <a:t>tofu -chdir=infra fmt</a:t>
            </a:r>
          </a:p>
          <a:p>
            <a:r>
              <a:t>tofu -chdir=infra validate</a:t>
            </a:r>
          </a:p>
          <a:p>
            <a:r>
              <a:t>tofu -chdir=infra plan</a:t>
            </a:r>
          </a:p>
          <a:p>
            <a:r>
              <a:t>tofu -chdir=infra apply</a:t>
            </a:r>
          </a:p>
          <a:p>
            <a:r>
              <a:t>tofu -chdir=infra state list</a:t>
            </a:r>
          </a:p>
          <a:p>
            <a:r>
              <a:t>tofu -chdir=infra output bucket_names</a:t>
            </a:r>
          </a:p>
          <a:p>
            <a:r>
              <a:t># Validação negativa: deve falhar; não aplicar</a:t>
            </a:r>
          </a:p>
          <a:p>
            <a:r>
              <a:t>tofu -chdir=infra plan \</a:t>
            </a:r>
          </a:p>
          <a:p>
            <a:r>
              <a:t>  -var='buckets={INVALIDA={purpose="teste"}}'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data source precisa que o bucket artifacts exista em Floci. Como o módulo já cria esse bucket, não coloque o data source no mesmo root durante apply, pois pode gerar dependência circular. O exercício é plan/read-only. Retirar data_source.tf ao terminar. IAM permanece opcional; o módulo iam-policy apenas produz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data source precisa que o bucket artifacts exista em Floci. Como o módulo já cria esse bucket, não coloque o data source no mesmo root durante apply, pois pode gerar dependência circular. O exercício é plan/read-only. Retirar data_source.tf ao terminar. IAM permanece opcional; o módulo iam-policy apenas produz JSON.</a:t>
            </a:r>
          </a:p>
          <a:p/>
          <a:p>
            <a:r>
              <a:t>Comandos para projetar:</a:t>
            </a:r>
          </a:p>
          <a:p>
            <a:r>
              <a:t># Crie infra/data_source.tf temporariamente:</a:t>
            </a:r>
          </a:p>
          <a:p>
            <a:r>
              <a:t>data "aws_s3_bucket" "existing" {</a:t>
            </a:r>
          </a:p>
          <a:p>
            <a:r>
              <a:t>  bucket = "${var.project_prefix}-${var.environment}-artifacts"</a:t>
            </a:r>
          </a:p>
          <a:p>
            <a:r>
              <a:t>}</a:t>
            </a:r>
          </a:p>
          <a:p>
            <a:r>
              <a:t>output "existing_bucket_from_data_source" {</a:t>
            </a:r>
          </a:p>
          <a:p>
            <a:r>
              <a:t>  value = data.aws_s3_bucket.existing.id</a:t>
            </a:r>
          </a:p>
          <a:p>
            <a:r>
              <a:t>}</a:t>
            </a:r>
          </a:p>
          <a:p>
            <a:r>
              <a:t>tofu -chdir=infra fmt</a:t>
            </a:r>
          </a:p>
          <a:p>
            <a:r>
              <a:t>tofu -chdir=infra validate</a:t>
            </a:r>
          </a:p>
          <a:p>
            <a:r>
              <a:t>tofu -chdir=infra plan</a:t>
            </a:r>
          </a:p>
          <a:p>
            <a:r>
              <a:t># Remova infra/data_source.tf ao concluir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do plan, confirmar que o arquivo temporário do data source foi removido. É possível que git status falhe quando não há Git instalado/inicializado; explicar o comando em vez de bloqueiar a aula. Reforce que sensitive não criptografa. Para backend remoto/locking, a extensão prática já está separada no lab04 e usa o Floci, nunca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do plan, confirmar que o arquivo temporário do data source foi removido. É possível que git status falhe quando não há Git instalado/inicializado; explicar o comando em vez de bloqueiar a aula. Reforce que sensitive não criptografa. Para backend remoto/locking, a extensão prática já está separada no lab04 e usa o Floci, nunca AWS.</a:t>
            </a:r>
          </a:p>
          <a:p/>
          <a:p>
            <a:r>
              <a:t>Comandos para projetar:</a:t>
            </a:r>
          </a:p>
          <a:p>
            <a:r>
              <a:t>tofu -chdir=infra fmt -check -recursive</a:t>
            </a:r>
          </a:p>
          <a:p>
            <a:r>
              <a:t>tofu -chdir=infra validate</a:t>
            </a:r>
          </a:p>
          <a:p>
            <a:r>
              <a:t>tofu -chdir=infra plan</a:t>
            </a:r>
          </a:p>
          <a:p>
            <a:r>
              <a:t>git status --short</a:t>
            </a:r>
          </a:p>
          <a:p>
            <a:r>
              <a:t># Inspecione .gitignore, providers.tf e o lock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 ao menos 6 minutos finais para destroy e verificação. Revise o destroy inicial com os alunos: ele remove buckets criados em labs anteriores no state desta oficina. Antes do apply do desafio, leia o plan. AWS CLI é opcional e qualquer chamada deve incluir --endpoint-url http://localhost:4566 com credenciais test apenas. Solução de referência em labs/09-challenge/SOLUCAO-INSTRUTOR.md.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 ao menos 6 minutos finais para destroy e verificação. Revise o destroy inicial com os alunos: ele remove buckets criados em labs anteriores no state desta oficina. Antes do apply do desafio, leia o plan. AWS CLI é opcional e qualquer chamada deve incluir --endpoint-url http://localhost:4566 com credenciais test apenas. Solução de referência em labs/09-challenge/SOLUCAO-INSTRUTOR.md.</a:t>
            </a:r>
          </a:p>
          <a:p/>
          <a:p>
            <a:r>
              <a:t>Comandos para projetar:</a:t>
            </a:r>
          </a:p>
          <a:p>
            <a:r>
              <a:t># Limpe os buckets usados nos labs anteriores</a:t>
            </a:r>
          </a:p>
          <a:p>
            <a:r>
              <a:t>tofu -chdir=infra destroy</a:t>
            </a:r>
          </a:p>
          <a:p>
            <a:r>
              <a:t># Configure duas ou mais chaves em infra/terraform.tfvars</a:t>
            </a:r>
          </a:p>
          <a:p>
            <a:r>
              <a:t>tofu -chdir=infra fmt -check -recursive</a:t>
            </a:r>
          </a:p>
          <a:p>
            <a:r>
              <a:t>tofu -chdir=infra validate</a:t>
            </a:r>
          </a:p>
          <a:p>
            <a:r>
              <a:t>tofu -chdir=infra plan</a:t>
            </a:r>
          </a:p>
          <a:p>
            <a:r>
              <a:t>tofu -chdir=infra apply</a:t>
            </a:r>
          </a:p>
          <a:p>
            <a:r>
              <a:t>tofu -chdir=infra output bucket_names</a:t>
            </a:r>
          </a:p>
          <a:p>
            <a:r>
              <a:t>tofu -chdir=infra output bucket_arns</a:t>
            </a:r>
          </a:p>
          <a:p>
            <a:r>
              <a:t>tofu -chdir=infra state list</a:t>
            </a:r>
          </a:p>
          <a:p>
            <a:r>
              <a:t>tofu -chdir=infra destroy</a:t>
            </a:r>
          </a:p>
          <a:p>
            <a:r>
              <a:t>tofu -chdir=infra state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GUIA DE EXECUÇÃO • 01/20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686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ADCC2"/>
                </a:solidFill>
                <a:latin typeface="Aptos"/>
              </a:defRPr>
            </a:pPr>
            <a:r>
              <a:t>GUIA DO INSTRUTOR E DOS ALUNOS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417320"/>
            <a:ext cx="106070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4F8FC"/>
                </a:solidFill>
                <a:latin typeface="Aptos"/>
              </a:defRPr>
            </a:pPr>
            <a:r>
              <a:t>Laboratórios OpenTofu + Floci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0428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A"/>
                </a:solidFill>
                <a:latin typeface="Aptos"/>
              </a:defRPr>
            </a:pPr>
            <a:r>
              <a:t>Passo a passo visual • 9 labs • 4h de prática em dois encontros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3246120"/>
            <a:ext cx="3310128" cy="1353312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021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ADCC2"/>
                </a:solidFill>
                <a:latin typeface="Aptos"/>
              </a:defRPr>
            </a:pPr>
            <a:r>
              <a:t>HOJE • 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04487"/>
            <a:ext cx="29260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Labs 01–04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Preparar, criar, parametrizar e inspecionar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3246120"/>
            <a:ext cx="3310128" cy="1353312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35021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ADCC2"/>
                </a:solidFill>
                <a:latin typeface="Aptos"/>
              </a:defRPr>
            </a:pPr>
            <a:r>
              <a:t>AMANHÃ • 2h30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904487"/>
            <a:ext cx="29260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Labs 05–09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Reutilizar, expressar, consultar, revisar e desafiar.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6" y="3246120"/>
            <a:ext cx="3310128" cy="1353312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35021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ADCC2"/>
                </a:solidFill>
                <a:latin typeface="Aptos"/>
              </a:defRPr>
            </a:pPr>
            <a:r>
              <a:t>AMBIENTE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3904487"/>
            <a:ext cx="29260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OpenTofu + AWS Provider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Floci em localhost:4566.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AGENDA • 02/20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MAPA DA SESSÃO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Do setup à limpeza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Quatro horas de laboratório, mantendo a prática segura e revisável.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0607040" cy="78638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6654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HOJE • 120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57400"/>
            <a:ext cx="8229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01 Setup 20’   ·   02 Bucket 30’   ·   03 Variables 30’   ·   04 State 40’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0607040" cy="78638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1810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AMANHÃ • 150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108960"/>
            <a:ext cx="8229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05 Módulos 25’   ·   06 Expressões 30’   ·   07 Data 30’   ·   08 Qualidade 25’   ·   09 Desafio 40’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23360"/>
            <a:ext cx="10607040" cy="78638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169664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REGRA DE OURO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160520"/>
            <a:ext cx="8229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Leia todo plan antes de apply/destroy. Use somente localhost:4566.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03/20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HOJE • LAB 01 • 20 min • 00:30–00:50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Deixar o emulador local pronto e inicializar OpenTofu sem criar recursos.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Inicia o Floci local na porta 4566.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tofu 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Baixa o AWS Provider; não aplica infraestrutura.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Segurança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Todo endpoint AWS usado pelo provider é localhost:4566.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Antes de avançar, confira: o container está healthy e o init terminou?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Floci em execução; provider instalado; nenhum bucket criado.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04/20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01 • EXECUÇÃO • 00:30–00:50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Preparação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./scripts/check-prerequisites.sh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docker compose up -d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docker compose ps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docker compose logs --tail=30 floci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init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fmt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Floci em execução; provider instalado; nenhum bucket criado.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Agora descrevemos um bucket e lemos o plano antes de aplicar.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05/20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HOJE • LAB 02 • 30 min • 00:50–01:20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Primeiro recurso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Criar e destruir um bucket de teste no Floci, entendendo o ciclo plan/apply.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Envia operações S3 ao endpoint local.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Declara o bucket desejado em HCL.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Plano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É uma proposta para revisar; não cria o recurso.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No plan, localize ação, endereço do recurso, nome do bucket e endpoint.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Um bucket criado, output apresentado e o mesmo bucket destruído após novo plano.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06/20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02 • EXECUÇÃO • 00:50–01:20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Primeiro recurso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fmt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 \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  -var='buckets={primeiro={purpose="primeiro recurso"}}'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apply \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  -var='buckets={primeiro={purpose="primeiro recurso"}}'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output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list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destroy \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  -var='buckets={primeiro={purpose="primeiro recurso"}}'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Um bucket criado, output apresentado e o mesmo bucket destruído após novo plano.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Agora vamos parametrizar nomes e tags para recursos reutilizáveis.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07/20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HOJE • LAB 03 • 30 min • 01:20–01:50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Variáveis e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Trocar parâmetros de linha de comando por variáveis, tags comuns e outputs informativos.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Tipo, default e validação definem entradas.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Locals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Derivam nomes e tags padronizados.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Exibem nomes e ARNs dos buckets.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Preveja os nomes antes do plan: prefixo + ambiente + chave do mapa.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Dois buckets, tags comuns e outputs com as chaves artifacts e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08/20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03 • EXECUÇÃO • 01:20–01:50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Variáveis e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cp infra/terraform.tfvars.example infra/terraform.tfvars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Revise project_prefix, environment e as chaves artifacts/logs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fmt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apply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output bucket_names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output bucket_arns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Dois buckets, tags comuns e outputs com as chaves artifacts e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Mantenha os buckets e o state: amanhã consultaremos um bucket existente.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09/20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HOJE • LAB 04 • 40 min • 01:50–02:30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State e ciclo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Inspecionar state, comparar mudanças planejadas e explicar drift e locking.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Configuração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Expressa a intenção declarativa.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Relaciona endereços de recursos e atributos observados.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Diferença observável entre configuração/state e infraestrutura.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Compare o plan normal com o plan que altera environment apenas para essa execução.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State inspecionado; plan com qa não aplicado; plan normal sem mudanças.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HOJE • 10/20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04 • EXECUÇÃO • 01:50–02:30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State e ciclo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list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show \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  'module.s3_bucket["artifacts"].aws_s3_bucket.this'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show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 -refresh-only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 -var='environment=qa'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State inspecionado; plan com qa não aplicado; plan normal sem mudanças.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Guarde a mesma pasta, state e volume Floci para a sessão de amanhã.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11/20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AMANHÃ • LAB 05 • 25 min • 00:00–00:25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Entender a interface do módulo S3 e rastrear dados do root até o resource.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Aponta para o módulo local reutilizável.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bucket_name, purpose e tags.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Nome e ARN retornam ao módulo raiz.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Rastreie artifacts: variável → local → input do módulo → resource → output.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Buckets de ontem preservados; configuração do módulo válida; plan sem mudanças.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12/20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05 • EXECUÇÃO • 00:00–00:25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docker compose up -d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init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list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output bucket_names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Buckets de ontem preservados; configuração do módulo válida; plan sem mudanças.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Com a interface entendida, vamos observar instâncias por chave.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13/20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AMANHÃ • LAB 06 • 30 min • 00:25–00:55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Expressões e recursos dinâmicos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Adicionar uma instância via mapa e explicar identidade estável com for_each.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for_each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Cada chave identifica uma instância no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for expression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Deriva nomes a partir do mapa de entrada.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Rejeita chaves e quantidade fora dos limites definidos.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Leia o plan: adicionar reports deve criar um único bucket; chaves renomeadas mudam identidade.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reports é a única criação; chave INVALIDA falha em validação antes do apply.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14/20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06 • EXECUÇÃO • 00:25–00:55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Expressões e recursos dinâmicos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Em infra/terraform.tfvars, acrescente dentro de buckets: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reports = { purpose = "relatorios do laboratorio"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fmt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apply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list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output bucket_names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Validação negativa: deve falhar; não aplicar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 \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  -var='buckets={INVALIDA={purpose="teste"}}'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reports é a única criação; chave INVALIDA falha em validação antes do apply.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Agora vamos ler um bucket existente sem criar outro.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15/20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AMANHÃ • LAB 07 • 30 min • 00:55–01:25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Resources e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Consultar um bucket existente via data source e distinguir leitura de criação.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Declara objeto que OpenTofu cria/gerencia.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Consulta dados de objeto já existente.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Dependência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Referências criam dependências implícitas; depends_on é exceção.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Observe que o data source lê artifacts e não adiciona um bucket ao plano.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Consulta S3 local bem-sucedida; nenhum resource novo; arquivo temporário removido.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16/20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07 • EXECUÇÃO • 00:55–01:25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Resources e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Crie infra/data_source.tf temporariamente: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data "aws_s3_bucket" "existing"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  bucket = "${var.project_prefix}-${var.environment}-artifacts"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output "existing_bucket_from_data_source"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  value = data.aws_s3_bucket.existing.id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fmt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Remova infra/data_source.tf ao concluir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Consulta S3 local bem-sucedida; nenhum resource novo; arquivo temporário removido.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Com a leitura testada, revisaremos segurança e qualidade da configuração.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17/20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AMANHÃ • LAB 08 • 25 min • 01:25–01:50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Qualidade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Revisar formato, validação, plano, lock file, state e controles do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Reproduzibilidade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Versionar .terraform.lock.hcl com hashes do provider.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Pode conter dados sensíveis; não deve ser commitado.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Sensitive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Mascara certas saídas; não criptografa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Faça uma revisão em pares: provider, endpoint, ações e arquivos ignorados no Git.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Formato e validação passam; plan aponta apenas ao Floci; state/tfvars não entram no Git.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18/20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08 • EXECUÇÃO • 01:25–01:50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Qualidade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fmt -check -recursive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git status --short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Inspecione .gitignore, providers.tf e o lock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Formato e validação passam; plan aponta apenas ao Floci; state/tfvars não entram no Git.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No desafio, cada dupla vai aplicar e depois limpar o próprio state.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19/20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DIA AMANHÃ • LAB 09 • 40 min • 01:50–02:30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Desafio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Construir, validar, aplicar, verificar e destruir dois ou mais buckets.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Requisitos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39696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for_each, mapa de entrada, tags comuns e módulo S3.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72384"/>
            <a:ext cx="6656832" cy="822960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Evidência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040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Plan aprovado, outputs de nomes/ARNs e endereços no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33087"/>
            <a:ext cx="6656832" cy="82296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7939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DCC2"/>
                </a:solidFill>
                <a:latin typeface="Aptos"/>
              </a:defRPr>
            </a:pPr>
            <a:r>
              <a:t>Limpeza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261103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4F8FC"/>
                </a:solidFill>
                <a:latin typeface="Aptos"/>
              </a:defRPr>
            </a:pPr>
            <a:r>
              <a:t>Destroy revisado e confirmação de state vazio.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2011680"/>
            <a:ext cx="3703320" cy="2944368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860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PERGUNTA-GUIA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24912"/>
            <a:ext cx="317296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8FC"/>
                </a:solidFill>
                <a:latin typeface="Aptos"/>
              </a:defRPr>
            </a:pPr>
            <a:r>
              <a:t>Avalie pelo resultado e segurança, não pela igualdade textual com a solução do instrutor.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449824"/>
            <a:ext cx="10652760" cy="502920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8698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8FC"/>
                </a:solidFill>
                <a:latin typeface="Aptos"/>
              </a:defRPr>
            </a:pPr>
            <a:r>
              <a:t>RESULTADO ESPERADO   Dois ou mais buckets verificados; após destroy, state sem endereços.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8B8CA"/>
                </a:solidFill>
                <a:latin typeface="Aptos"/>
              </a:defRPr>
            </a:pPr>
            <a:r>
              <a:t>MINICURSO OPENTOFU • LABORATÓRIOS                                    AMANHÃ • 20/20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ADCC2"/>
                </a:solidFill>
                <a:latin typeface="Aptos"/>
              </a:defRPr>
            </a:pPr>
            <a:r>
              <a:t>LAB 09 • EXECUÇÃO • 01:50–02:30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8FC"/>
                </a:solidFill>
                <a:latin typeface="Aptos"/>
              </a:defRPr>
            </a:pPr>
            <a:r>
              <a:t>Execute em ordem: Desafio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2529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A"/>
                </a:solidFill>
                <a:latin typeface="Aptos"/>
              </a:defRPr>
            </a:pPr>
            <a:r>
              <a:t>Terminal na raiz do workshop, salvo indicação em contrário.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6821424" cy="4261104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6336792" cy="3493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Limpe os buckets usados nos labs anteriores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destroy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# Configure duas ou mais chaves em infra/terraform.tfvars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fmt -check -recursive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validate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plan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apply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output bucket_names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output bucket_arns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list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destroy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F4F8FC"/>
                </a:solidFill>
                <a:latin typeface="Cascadia Mono"/>
              </a:defRPr>
            </a:pPr>
            <a:r>
              <a:t>tofu -chdir=infra state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737360"/>
            <a:ext cx="3557016" cy="2249424"/>
          </a:xfrm>
          <a:prstGeom prst="roundRect">
            <a:avLst/>
          </a:prstGeom>
          <a:solidFill>
            <a:srgbClr val="17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9751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DCC2"/>
                </a:solidFill>
                <a:latin typeface="Aptos"/>
              </a:defRPr>
            </a:pPr>
            <a:r>
              <a:t>VERIFIQUE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2359152"/>
            <a:ext cx="2926080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8FC"/>
                </a:solidFill>
                <a:latin typeface="Aptos"/>
              </a:defRPr>
            </a:pPr>
            <a:r>
              <a:t>Dois ou mais buckets verificados; após destroy, state sem endereços.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4224528"/>
            <a:ext cx="3557016" cy="1773936"/>
          </a:xfrm>
          <a:prstGeom prst="roundRect">
            <a:avLst/>
          </a:prstGeom>
          <a:solidFill>
            <a:srgbClr val="13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447141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55B"/>
                </a:solidFill>
                <a:latin typeface="Aptos"/>
              </a:defRPr>
            </a:pPr>
            <a:r>
              <a:t>TRANSIÇÃO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837176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Fechamento: revisão do aprendizado e confirmação de que não restaram recursos do desafio.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de execução dos laboratórios OpenTofu</dc:title>
  <dc:subject>Passo a passo dos nove laboratórios em dois encontros</dc:subject>
  <dc:creator>Minicurso OpenTofu com Floci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